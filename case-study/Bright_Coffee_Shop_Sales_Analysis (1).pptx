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6F4E37"/>
                </a:solidFill>
              </a:rPr>
              <a:t>☕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-548640" y="45720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6F4E37">
                    <a:alpha val="70000"/>
                  </a:srgbClr>
                </a:solidFill>
              </a:rPr>
              <a:t>☕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8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BRIGHT COFFEE SHOP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271516" y="3401568"/>
            <a:ext cx="1645920" cy="2743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  ·  2023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4A24C"/>
                </a:solidFill>
              </a:rPr>
              <a:t>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 of what's driving — and holding back — Bright Coffee Shop's revenue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7F0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6479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$90K+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49631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 is our single highest-revenue product — nearly double the next category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7F0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76479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2x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46520" y="249631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revenue (~$390K) is almost double the afternoon (~$205K), our clearest daypart imbalance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7F0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0050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$166K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8680" y="47365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was our peak month; February was the trough at $76K — a 2.2x swing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84048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7F0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400507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8–10AM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46520" y="47365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rush drives the sharpest revenue climb, then plateaus through midday and afternoon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C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 a Glance: Performance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views of 2023 sales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270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300" dirty="0"/>
          </a:p>
        </p:txBody>
      </p:sp>
      <p:pic>
        <p:nvPicPr>
          <p:cNvPr id="6" name="Image 0" descr="/home/claude/coffee_deck/images/visualization__10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892040" cy="15209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417320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46520" y="15270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Hour of Day</a:t>
            </a:r>
            <a:endParaRPr lang="en-US" sz="1300" dirty="0"/>
          </a:p>
        </p:txBody>
      </p:sp>
      <p:pic>
        <p:nvPicPr>
          <p:cNvPr id="9" name="Image 1" descr="/home/claude/coffee_deck/images/visualization__3_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4892040" cy="152093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023360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41330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Time of Day</a:t>
            </a:r>
            <a:endParaRPr lang="en-US" sz="1300" dirty="0"/>
          </a:p>
        </p:txBody>
      </p:sp>
      <p:pic>
        <p:nvPicPr>
          <p:cNvPr id="12" name="Image 2" descr="/home/claude/coffee_deck/images/visualization__2_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26280"/>
            <a:ext cx="4892040" cy="152093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17920" y="4023360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FFF8E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446520" y="413308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Category</a:t>
            </a:r>
            <a:endParaRPr lang="en-US" sz="1300" dirty="0"/>
          </a:p>
        </p:txBody>
      </p:sp>
      <p:pic>
        <p:nvPicPr>
          <p:cNvPr id="15" name="Image 3" descr="/home/claude/coffee_deck/images/visualization__1_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526280"/>
            <a:ext cx="4892040" cy="15209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Monthly Revenue Trend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SUM(total_revenue) by month, 2023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2153195"/>
            <a:ext cx="7918704" cy="2688769"/>
          </a:xfrm>
          <a:prstGeom prst="roundRect">
            <a:avLst>
              <a:gd name="adj" fmla="val 2721"/>
            </a:avLst>
          </a:prstGeom>
          <a:solidFill>
            <a:srgbClr val="3C241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coffee_deck/images/visualization__10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7787"/>
            <a:ext cx="7589520" cy="23595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0" y="1417320"/>
            <a:ext cx="3090672" cy="4160520"/>
          </a:xfrm>
          <a:prstGeom prst="roundRect">
            <a:avLst>
              <a:gd name="adj" fmla="val 2367"/>
            </a:avLst>
          </a:prstGeom>
          <a:solidFill>
            <a:srgbClr val="F7F0E6"/>
          </a:solidFill>
          <a:ln/>
        </p:spPr>
      </p:sp>
      <p:sp>
        <p:nvSpPr>
          <p:cNvPr id="8" name="Text 5"/>
          <p:cNvSpPr/>
          <p:nvPr/>
        </p:nvSpPr>
        <p:spPr>
          <a:xfrm>
            <a:off x="8887968" y="1737360"/>
            <a:ext cx="25054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peaked in June at roughly $166K, the strongest month of the period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was the weakest month at ~$76K — less than half of June's peak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rebound followed the March dip, climbing from ~$99K to ~$156K by May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3C241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85216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3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what drove the June spike and the Feb/March dips so we can replicate the wins and cushion the slow months.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by Hour of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total_revenue by sales_hour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2153195"/>
            <a:ext cx="7918704" cy="2688769"/>
          </a:xfrm>
          <a:prstGeom prst="roundRect">
            <a:avLst>
              <a:gd name="adj" fmla="val 2721"/>
            </a:avLst>
          </a:prstGeom>
          <a:solidFill>
            <a:srgbClr val="3C241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coffee_deck/images/visualization__3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7787"/>
            <a:ext cx="7589520" cy="23595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0" y="1417320"/>
            <a:ext cx="3090672" cy="4160520"/>
          </a:xfrm>
          <a:prstGeom prst="roundRect">
            <a:avLst>
              <a:gd name="adj" fmla="val 2367"/>
            </a:avLst>
          </a:prstGeom>
          <a:solidFill>
            <a:srgbClr val="F7F0E6"/>
          </a:solidFill>
          <a:ln/>
        </p:spPr>
      </p:sp>
      <p:sp>
        <p:nvSpPr>
          <p:cNvPr id="8" name="Text 5"/>
          <p:cNvSpPr/>
          <p:nvPr/>
        </p:nvSpPr>
        <p:spPr>
          <a:xfrm>
            <a:off x="8887968" y="1737360"/>
            <a:ext cx="25054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climbs sharply from 6AM to a mid-morning peak near 10AM (~$88K)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steep ~45% drop follows between 10AM and 11AM as the morning rush ends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hours (12PM–5PM) hold a steady plateau around $40K before tapering off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3C241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85216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3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and stock most heavily for the 8–10AM rush, and test promotions to lift the post-10AM falloff.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by Time of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SUM(total_revenue) by time_bucket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2153195"/>
            <a:ext cx="7918704" cy="2688769"/>
          </a:xfrm>
          <a:prstGeom prst="roundRect">
            <a:avLst>
              <a:gd name="adj" fmla="val 2721"/>
            </a:avLst>
          </a:prstGeom>
          <a:solidFill>
            <a:srgbClr val="3C241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coffee_deck/images/visualization__2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7787"/>
            <a:ext cx="7589520" cy="23595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0" y="1417320"/>
            <a:ext cx="3090672" cy="4160520"/>
          </a:xfrm>
          <a:prstGeom prst="roundRect">
            <a:avLst>
              <a:gd name="adj" fmla="val 2367"/>
            </a:avLst>
          </a:prstGeom>
          <a:solidFill>
            <a:srgbClr val="F7F0E6"/>
          </a:solidFill>
          <a:ln/>
        </p:spPr>
      </p:sp>
      <p:sp>
        <p:nvSpPr>
          <p:cNvPr id="8" name="Text 5"/>
          <p:cNvSpPr/>
          <p:nvPr/>
        </p:nvSpPr>
        <p:spPr>
          <a:xfrm>
            <a:off x="8887968" y="1737360"/>
            <a:ext cx="25054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 generate ~$390K — nearly double the afternoon's ~$205K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trails further behind at ~$100K, while night sales are negligible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points to a clear opportunity to lift afternoon and evening traffic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3C241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85216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3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is our engine — the bigger upside now is converting afternoon and evening footfall into revenue.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by Product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SUM(total_revenue) by product_type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2153195"/>
            <a:ext cx="7918704" cy="2688769"/>
          </a:xfrm>
          <a:prstGeom prst="roundRect">
            <a:avLst>
              <a:gd name="adj" fmla="val 2721"/>
            </a:avLst>
          </a:prstGeom>
          <a:solidFill>
            <a:srgbClr val="3C241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coffee_deck/images/visualization__1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7787"/>
            <a:ext cx="7589520" cy="23595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0" y="1417320"/>
            <a:ext cx="3090672" cy="4160520"/>
          </a:xfrm>
          <a:prstGeom prst="roundRect">
            <a:avLst>
              <a:gd name="adj" fmla="val 2367"/>
            </a:avLst>
          </a:prstGeom>
          <a:solidFill>
            <a:srgbClr val="F7F0E6"/>
          </a:solidFill>
          <a:ln/>
        </p:spPr>
      </p:sp>
      <p:sp>
        <p:nvSpPr>
          <p:cNvPr id="8" name="Text 5"/>
          <p:cNvSpPr/>
          <p:nvPr/>
        </p:nvSpPr>
        <p:spPr>
          <a:xfrm>
            <a:off x="8887968" y="1737360"/>
            <a:ext cx="25054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Espresso leads every category with over $90K in total revenue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Chai Tea and House Blend Beans follow closely, each above $70K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Beans and Clothing generate minimal revenue, signaling weak demand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3C241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85216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3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top 3 categories carry the business — protect and promote them while we decide the fate of the bottom performers.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Units Sold by Product Category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units_sold by product_type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2153195"/>
            <a:ext cx="7918704" cy="2688769"/>
          </a:xfrm>
          <a:prstGeom prst="roundRect">
            <a:avLst>
              <a:gd name="adj" fmla="val 2721"/>
            </a:avLst>
          </a:prstGeom>
          <a:solidFill>
            <a:srgbClr val="3C241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coffee_deck/images/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7787"/>
            <a:ext cx="7589520" cy="23595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0" y="1417320"/>
            <a:ext cx="3090672" cy="4160520"/>
          </a:xfrm>
          <a:prstGeom prst="roundRect">
            <a:avLst>
              <a:gd name="adj" fmla="val 2367"/>
            </a:avLst>
          </a:prstGeom>
          <a:solidFill>
            <a:srgbClr val="F7F0E6"/>
          </a:solidFill>
          <a:ln/>
        </p:spPr>
      </p:sp>
      <p:sp>
        <p:nvSpPr>
          <p:cNvPr id="8" name="Text 5"/>
          <p:cNvSpPr/>
          <p:nvPr/>
        </p:nvSpPr>
        <p:spPr>
          <a:xfrm>
            <a:off x="8887968" y="1737360"/>
            <a:ext cx="25054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Brewed Chai Tea and Gourmet Beans move the most volume, both above 25K units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 Beans sell heavily but rank lower on revenue — a sign of thin margins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Green Beans see minimal unit sales, confirming them as weak categories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3C241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85216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3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revenue don't always align — a pricing review on high-volume, low-revenue items could unlock margin.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by Product Detail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SUM(total_revenue) by product_detail, top SKUs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2153195"/>
            <a:ext cx="7918704" cy="2688769"/>
          </a:xfrm>
          <a:prstGeom prst="roundRect">
            <a:avLst>
              <a:gd name="adj" fmla="val 2721"/>
            </a:avLst>
          </a:prstGeom>
          <a:solidFill>
            <a:srgbClr val="3C2414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coffee_deck/images/visualization__4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7787"/>
            <a:ext cx="7589520" cy="235958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95360" y="1417320"/>
            <a:ext cx="3090672" cy="4160520"/>
          </a:xfrm>
          <a:prstGeom prst="roundRect">
            <a:avLst>
              <a:gd name="adj" fmla="val 2367"/>
            </a:avLst>
          </a:prstGeom>
          <a:solidFill>
            <a:srgbClr val="F7F0E6"/>
          </a:solidFill>
          <a:ln/>
        </p:spPr>
      </p:sp>
      <p:sp>
        <p:nvSpPr>
          <p:cNvPr id="8" name="Text 5"/>
          <p:cNvSpPr/>
          <p:nvPr/>
        </p:nvSpPr>
        <p:spPr>
          <a:xfrm>
            <a:off x="8887968" y="1737360"/>
            <a:ext cx="250545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Chocolate Latte Lg and Sustainably Grown Organic Lg top the SKU list near $20K each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spread fairly evenly across dozens of SKUs — no single item dominates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Large-size and specialty drinks consistently outperform standard or small variants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3C241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85216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3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broad, balanced SKU mix is healthy — lean into large-size and specialty upsells at the register.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C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297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6F4E37">
                    <a:alpha val="80000"/>
                  </a:srgbClr>
                </a:solidFill>
              </a:rPr>
              <a:t>☕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data into next steps for Bright Coffee Shop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9966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hero products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promotions and bundles around Barista Espresso and Brewed Chai Tea, our two clearest revenue drivers.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87752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00200" y="2587752"/>
            <a:ext cx="9966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the afternoon &amp; evening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time-based offers (e.g., an afternoon espresso happy hour) to close the gap with morning's ~2x revenue lead.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483864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00200" y="3483864"/>
            <a:ext cx="9966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underperforming products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Bundle, feature, or discount Green Beans, Clothing, and plain Herbal Tea to lift visibility and give slow lines a fair shot before any bigger call.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379976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4379976"/>
            <a:ext cx="9966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staffing to demand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peak staffing for the 8–10AM rush and taper coverage through the steady afternoon plateau.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276088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5276088"/>
            <a:ext cx="9966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Gourmet Beans margins
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D9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unit sales but comparatively low revenue point to a pricing or cost review on this line.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4552" y="32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2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this analysis to keep growing revenue beyond today's report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7F0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856232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249631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C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daily sales reporting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291840"/>
            <a:ext cx="2843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this analysis from a one-off deck to a live, refreshed dashboard so trends like the June spike or the 10AM falloff surface as they happen, not weeks later.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7F0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0288" y="1856232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90288" y="249631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C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performance across future locations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90288" y="3291840"/>
            <a:ext cx="2843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Bright Coffee Shop expands, build this same product, hour, and daypart view into a standard template so every new location is comparable from day 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7F0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9328" y="1856232"/>
            <a:ext cx="2843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39328" y="2496312"/>
            <a:ext cx="2843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C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program around peak time slots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39328" y="3291840"/>
            <a:ext cx="2843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loyalty perks and targeted offers around the 8–10AM rush and top categories to deepen habits with our best customers and existing hours.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F4E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2026-08-07T20:42:28Z</dcterms:created>
  <dcterms:modified xsi:type="dcterms:W3CDTF">2026-08-07T20:42:28Z</dcterms:modified>
</cp:coreProperties>
</file>